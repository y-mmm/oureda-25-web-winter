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73" r:id="rId3"/>
    <p:sldId id="270" r:id="rId5"/>
    <p:sldId id="276" r:id="rId6"/>
    <p:sldId id="275" r:id="rId7"/>
    <p:sldId id="278" r:id="rId8"/>
    <p:sldId id="277" r:id="rId9"/>
    <p:sldId id="274" r:id="rId10"/>
  </p:sldIdLst>
  <p:sldSz cx="12192000" cy="6858000"/>
  <p:notesSz cx="6858000" cy="9144000"/>
  <p:custDataLst>
    <p:tags r:id="rId16"/>
  </p:custDataLst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EBEBEB"/>
    <a:srgbClr val="F8F8F8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 autoAdjust="0"/>
    <p:restoredTop sz="94274" autoAdjust="0"/>
  </p:normalViewPr>
  <p:slideViewPr>
    <p:cSldViewPr showGuides="1">
      <p:cViewPr varScale="1">
        <p:scale>
          <a:sx n="124" d="100"/>
          <a:sy n="124" d="100"/>
        </p:scale>
        <p:origin x="304" y="176"/>
      </p:cViewPr>
      <p:guideLst>
        <p:guide orient="horz" pos="2160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78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4022C-5079-4642-AC6E-7894F9978BBA}" type="datetime2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E3BD5-D202-4020-A93E-A1AA1A84DE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0747F27-0AFF-49DE-ABD2-AA502995B8AE}" type="datetime2">
              <a:rPr lang="zh-CN" altLang="en-US" smtClean="0"/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US" dirty="0"/>
              <a:t>单击此处编辑母版文本样式</a:t>
            </a:r>
            <a:endParaRPr lang="en-US" dirty="0"/>
          </a:p>
          <a:p>
            <a:pPr lvl="1" rtl="0"/>
            <a:r>
              <a:rPr lang="en-US" dirty="0"/>
              <a:t>第二级</a:t>
            </a:r>
            <a:endParaRPr lang="en-US" dirty="0"/>
          </a:p>
          <a:p>
            <a:pPr lvl="2" rtl="0"/>
            <a:r>
              <a:rPr lang="en-US" dirty="0"/>
              <a:t>第三级</a:t>
            </a:r>
            <a:endParaRPr lang="en-US" dirty="0"/>
          </a:p>
          <a:p>
            <a:pPr lvl="3" rtl="0"/>
            <a:r>
              <a:rPr lang="en-US" dirty="0"/>
              <a:t>第四级</a:t>
            </a:r>
            <a:endParaRPr lang="en-US" dirty="0"/>
          </a:p>
          <a:p>
            <a:pPr lvl="4" rtl="0"/>
            <a:r>
              <a:rPr 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cs typeface="+mn-cs"/>
              </a:rPr>
              <a:t>在幻灯片放映模式下，选择箭头访问相应链接</a:t>
            </a:r>
            <a:r>
              <a:rPr lang="en-US" dirty="0"/>
              <a:t>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8963" y="10923"/>
            <a:ext cx="12192000" cy="691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3" y="10923"/>
            <a:ext cx="10749367" cy="730034"/>
          </a:xfrm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1" y="980728"/>
            <a:ext cx="4167753" cy="519623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4B3CDE5-BC73-4849-8D92-CB00948283D7}" type="datetime2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31E3292-D461-4042-A5EB-629C7A8279A7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10613286" cy="2389365"/>
          </a:xfrm>
        </p:spPr>
        <p:txBody>
          <a:bodyPr rtlCol="0">
            <a:noAutofit/>
          </a:bodyPr>
          <a:lstStyle/>
          <a:p>
            <a:pPr rtl="0"/>
            <a:r>
              <a:rPr lang="en-US" altLang="zh-CN" sz="4600" dirty="0" err="1">
                <a:solidFill>
                  <a:schemeClr val="bg1"/>
                </a:solidFill>
                <a:cs typeface="Arial" panose="020B0604020202020204" pitchFamily="34" charset="0"/>
              </a:rPr>
              <a:t>OurEDA</a:t>
            </a: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CN" sz="4600">
                <a:solidFill>
                  <a:schemeClr val="bg1"/>
                </a:solidFill>
                <a:cs typeface="Arial" panose="020B0604020202020204" pitchFamily="34" charset="0"/>
              </a:rPr>
              <a:t>2025</a:t>
            </a:r>
            <a:r>
              <a:rPr lang="zh-CN" altLang="en-US" sz="4600">
                <a:solidFill>
                  <a:schemeClr val="bg1"/>
                </a:solidFill>
                <a:cs typeface="Arial" panose="020B0604020202020204" pitchFamily="34" charset="0"/>
              </a:rPr>
              <a:t>级大</a:t>
            </a:r>
            <a:r>
              <a:rPr lang="zh-CN" altLang="en-US" sz="4600">
                <a:solidFill>
                  <a:schemeClr val="bg1"/>
                </a:solidFill>
                <a:cs typeface="Arial" panose="020B0604020202020204" pitchFamily="34" charset="0"/>
              </a:rPr>
              <a:t>一上作业</a:t>
            </a: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答辩</a:t>
            </a:r>
            <a:br>
              <a:rPr lang="en-US" altLang="zh-CN" sz="46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方向：</a:t>
            </a:r>
            <a:r>
              <a:rPr lang="en-US" altLang="zh-CN" sz="4600" dirty="0">
                <a:solidFill>
                  <a:schemeClr val="bg1"/>
                </a:solidFill>
                <a:cs typeface="Arial" panose="020B0604020202020204" pitchFamily="34" charset="0"/>
              </a:rPr>
              <a:t>WEB</a:t>
            </a:r>
            <a:endParaRPr lang="en-US" sz="4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27465" y="4437112"/>
            <a:ext cx="9582736" cy="1133856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答辩人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：王若菡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软国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2510 3484055326</a:t>
            </a:r>
            <a:endParaRPr lang="en-US" altLang="zh-CN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indent="0" rtl="0"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答辩时间：</a:t>
            </a:r>
            <a:r>
              <a:rPr 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2026.03.08</a:t>
            </a:r>
            <a:endParaRPr lang="en-US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zh-CN" altLang="en-US" sz="4800" dirty="0">
                <a:cs typeface="Arial" panose="020B0604020202020204" pitchFamily="34" charset="0"/>
              </a:rPr>
              <a:t>目录</a:t>
            </a:r>
            <a:endParaRPr lang="zh-CN" altLang="en-US" sz="4800" dirty="0"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1540" y="177292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1. </a:t>
            </a:r>
            <a:r>
              <a:rPr lang="zh-CN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项目展示</a:t>
            </a:r>
            <a:endParaRPr lang="zh-CN" altLang="zh-CN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endParaRPr lang="zh-CN" altLang="zh-CN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r>
              <a:rPr lang="en-US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2. </a:t>
            </a:r>
            <a:r>
              <a:rPr lang="zh-CN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任务设计思路</a:t>
            </a:r>
            <a:endParaRPr lang="zh-CN" altLang="zh-CN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endParaRPr dirty="0">
              <a:latin typeface="WPS灵秀黑" charset="-122"/>
              <a:ea typeface="WPS灵秀黑" charset="-122"/>
              <a:cs typeface="黑体" panose="02010609060101010101" charset="-122"/>
            </a:endParaRPr>
          </a:p>
          <a:p>
            <a:r>
              <a:rPr lang="en-US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3. </a:t>
            </a:r>
            <a:r>
              <a:rPr lang="zh-CN" altLang="en-US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程序流程图</a:t>
            </a:r>
            <a:endParaRPr lang="zh-CN" altLang="en-US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endParaRPr lang="en-US" altLang="zh-CN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r>
              <a:rPr lang="en-US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4. </a:t>
            </a:r>
            <a:r>
              <a:rPr lang="zh-CN" altLang="en-US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项目总结</a:t>
            </a:r>
            <a:endParaRPr lang="zh-CN" altLang="en-US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endParaRPr lang="en-US" altLang="zh-CN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  <a:p>
            <a:r>
              <a:rPr lang="en-US" altLang="zh-CN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5. </a:t>
            </a:r>
            <a:r>
              <a:rPr lang="zh-CN" altLang="en-US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新学期的个人规划和</a:t>
            </a:r>
            <a:r>
              <a:rPr lang="zh-CN" altLang="en-US" b="1" kern="0" spc="70" dirty="0">
                <a:solidFill>
                  <a:srgbClr val="000000">
                    <a:alpha val="100000"/>
                  </a:srgbClr>
                </a:solidFill>
                <a:latin typeface="WPS灵秀黑" charset="-122"/>
                <a:ea typeface="WPS灵秀黑" charset="-122"/>
                <a:cs typeface="黑体" panose="02010609060101010101" charset="-122"/>
                <a:sym typeface="+mn-ea"/>
              </a:rPr>
              <a:t>展望</a:t>
            </a:r>
            <a:endParaRPr lang="zh-CN" altLang="en-US" b="1" kern="0" spc="70" dirty="0">
              <a:solidFill>
                <a:srgbClr val="000000">
                  <a:alpha val="100000"/>
                </a:srgbClr>
              </a:solidFill>
              <a:latin typeface="WPS灵秀黑" charset="-122"/>
              <a:ea typeface="WPS灵秀黑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任务设计思路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70" y="1268730"/>
            <a:ext cx="10863580" cy="5196205"/>
          </a:xfrm>
        </p:spPr>
        <p:txBody>
          <a:bodyPr>
            <a:normAutofit/>
          </a:bodyPr>
          <a:p>
            <a:r>
              <a:rPr lang="zh-CN">
                <a:solidFill>
                  <a:srgbClr val="D24726"/>
                </a:solidFill>
                <a:sym typeface="+mn-ea"/>
              </a:rPr>
              <a:t>任务一 &amp; 二 | Git 与基础自测</a:t>
            </a:r>
            <a:r>
              <a:rPr lang="zh-CN">
                <a:solidFill>
                  <a:srgbClr val="000000"/>
                </a:solidFill>
                <a:sym typeface="+mn-ea"/>
              </a:rPr>
              <a:t> </a:t>
            </a:r>
            <a:endParaRPr lang="zh-CN">
              <a:solidFill>
                <a:srgbClr val="000000"/>
              </a:solidFill>
              <a:sym typeface="+mn-ea"/>
            </a:endParaRPr>
          </a:p>
          <a:p>
            <a:r>
              <a:rPr lang="en-US" altLang="zh-CN">
                <a:solidFill>
                  <a:srgbClr val="000000"/>
                </a:solidFill>
                <a:sym typeface="+mn-ea"/>
              </a:rPr>
              <a:t>• </a:t>
            </a:r>
            <a:r>
              <a:rPr lang="zh-CN" altLang="zh-CN">
                <a:solidFill>
                  <a:srgbClr val="000000"/>
                </a:solidFill>
                <a:sym typeface="+mn-ea"/>
              </a:rPr>
              <a:t>熟悉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git</a:t>
            </a:r>
            <a:r>
              <a:rPr lang="zh-CN" altLang="zh-CN">
                <a:solidFill>
                  <a:srgbClr val="000000"/>
                </a:solidFill>
                <a:sym typeface="+mn-ea"/>
              </a:rPr>
              <a:t>和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github</a:t>
            </a:r>
            <a:r>
              <a:rPr lang="zh-CN" altLang="zh-CN">
                <a:solidFill>
                  <a:srgbClr val="000000"/>
                </a:solidFill>
                <a:sym typeface="+mn-ea"/>
              </a:rPr>
              <a:t>使用流程，学习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HTML/CSS/JS </a:t>
            </a:r>
            <a:endParaRPr lang="en-US" altLang="zh-CN">
              <a:solidFill>
                <a:srgbClr val="000000"/>
              </a:solidFill>
              <a:sym typeface="+mn-ea"/>
            </a:endParaRPr>
          </a:p>
          <a:p>
            <a:r>
              <a:rPr lang="zh-CN" altLang="en-US">
                <a:solidFill>
                  <a:srgbClr val="D24726"/>
                </a:solidFill>
              </a:rPr>
              <a:t>任务三</a:t>
            </a:r>
            <a:r>
              <a:rPr lang="en-US" altLang="zh-CN">
                <a:solidFill>
                  <a:srgbClr val="D24726"/>
                </a:solidFill>
              </a:rPr>
              <a:t> | </a:t>
            </a:r>
            <a:r>
              <a:rPr lang="zh-CN" altLang="en-US">
                <a:solidFill>
                  <a:srgbClr val="D24726"/>
                </a:solidFill>
              </a:rPr>
              <a:t>项目实战</a:t>
            </a:r>
            <a:endParaRPr lang="zh-CN" altLang="en-US">
              <a:solidFill>
                <a:srgbClr val="D24726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  <a:sym typeface="+mn-ea"/>
              </a:rPr>
              <a:t>•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任务拆解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将项目拆分为结构层</a:t>
            </a:r>
            <a:r>
              <a:rPr lang="en-US" altLang="zh-CN">
                <a:solidFill>
                  <a:schemeClr val="tx1"/>
                </a:solidFill>
              </a:rPr>
              <a:t> (HTML)</a:t>
            </a:r>
            <a:r>
              <a:rPr lang="zh-CN" altLang="en-US">
                <a:solidFill>
                  <a:schemeClr val="tx1"/>
                </a:solidFill>
              </a:rPr>
              <a:t>、表现层</a:t>
            </a:r>
            <a:r>
              <a:rPr lang="en-US" altLang="zh-CN">
                <a:solidFill>
                  <a:schemeClr val="tx1"/>
                </a:solidFill>
              </a:rPr>
              <a:t> (CSS) </a:t>
            </a:r>
            <a:r>
              <a:rPr lang="zh-CN" altLang="en-US">
                <a:solidFill>
                  <a:schemeClr val="tx1"/>
                </a:solidFill>
              </a:rPr>
              <a:t>和逻辑层</a:t>
            </a:r>
            <a:r>
              <a:rPr lang="en-US" altLang="zh-CN">
                <a:solidFill>
                  <a:schemeClr val="tx1"/>
                </a:solidFill>
              </a:rPr>
              <a:t> (JS)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  <a:sym typeface="+mn-ea"/>
              </a:rPr>
              <a:t>•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执行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：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1.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依据官方网页将页面拆解为三个主要部分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顶部导航栏，中部输入框和键盘，底部页脚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)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与一个小组件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(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右侧答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                 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案与重置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)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，以便还原静态页面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(HTML,CSS)       2.JS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功能实现：键盘监听，保证物理和虚拟键盘都可以实时塞进变量及出现在格子里；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 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判定：两遍扫描，先挑选字母与位置都正确的格子标绿，再挑选字母正确的格子标黄，剩下的保持灰色，并且虚拟键盘同步变化，注意！键盘中标绿的字母不会再变化：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 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动画实现：按下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enter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后翻页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动画</a:t>
            </a:r>
            <a:endParaRPr lang="zh-CN" altLang="en-US">
              <a:solidFill>
                <a:srgbClr val="000000"/>
              </a:solidFill>
              <a:sym typeface="+mn-ea"/>
            </a:endParaRPr>
          </a:p>
          <a:p>
            <a:r>
              <a:rPr lang="zh-CN" altLang="en-US">
                <a:solidFill>
                  <a:srgbClr val="D24726"/>
                </a:solidFill>
                <a:sym typeface="+mn-ea"/>
              </a:rPr>
              <a:t>任务四</a:t>
            </a:r>
            <a:r>
              <a:rPr lang="en-US" altLang="zh-CN">
                <a:solidFill>
                  <a:srgbClr val="D24726"/>
                </a:solidFill>
                <a:sym typeface="+mn-ea"/>
              </a:rPr>
              <a:t> | AI </a:t>
            </a:r>
            <a:r>
              <a:rPr lang="zh-CN" altLang="en-US">
                <a:solidFill>
                  <a:srgbClr val="D24726"/>
                </a:solidFill>
                <a:sym typeface="+mn-ea"/>
              </a:rPr>
              <a:t>使用情况说明</a:t>
            </a:r>
            <a:endParaRPr lang="zh-CN" altLang="en-US">
              <a:solidFill>
                <a:srgbClr val="D24726"/>
              </a:solidFill>
              <a:sym typeface="+mn-ea"/>
            </a:endParaRPr>
          </a:p>
          <a:p>
            <a:r>
              <a:rPr lang="en-US" altLang="zh-CN">
                <a:solidFill>
                  <a:srgbClr val="000000"/>
                </a:solidFill>
                <a:sym typeface="+mn-ea"/>
              </a:rPr>
              <a:t>• 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主要使用的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AI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：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Gemini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ChatGPT</a:t>
            </a:r>
            <a:endParaRPr lang="en-US" altLang="zh-CN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程序流程图</a:t>
            </a:r>
            <a:endParaRPr lang="zh-CN" altLang="en-US"/>
          </a:p>
        </p:txBody>
      </p:sp>
      <p:pic>
        <p:nvPicPr>
          <p:cNvPr id="7" name="内容占位符 6" descr="Word Guessing Game Flow-2026-03-07-1517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6080" y="927735"/>
            <a:ext cx="7704455" cy="57943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96225" y="11963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开始，整个程序从</a:t>
            </a:r>
            <a:r>
              <a:rPr lang="en-US" altLang="zh-CN"/>
              <a:t>start</a:t>
            </a:r>
            <a:r>
              <a:rPr lang="zh-CN" altLang="en-US"/>
              <a:t>开始，进行初始化，连接词库与随机选取</a:t>
            </a:r>
            <a:r>
              <a:rPr lang="zh-CN" altLang="en-US"/>
              <a:t>答案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96225" y="23488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zh-CN" altLang="en-US"/>
              <a:t>交互，负责将输入情况转化为数据进行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96225" y="35007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</a:t>
            </a:r>
            <a:r>
              <a:rPr lang="en-US" altLang="zh-CN"/>
              <a:t>.</a:t>
            </a:r>
            <a:r>
              <a:rPr lang="zh-CN" altLang="en-US"/>
              <a:t>回车后的处理，</a:t>
            </a:r>
            <a:r>
              <a:rPr lang="zh-CN" altLang="en-US"/>
              <a:t>包括检验是否完整，是否合法，确定格子的</a:t>
            </a:r>
            <a:r>
              <a:rPr lang="zh-CN" altLang="en-US"/>
              <a:t>颜色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96225" y="4695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四</a:t>
            </a:r>
            <a:r>
              <a:rPr lang="en-US" altLang="zh-CN"/>
              <a:t>.</a:t>
            </a:r>
            <a:r>
              <a:rPr lang="zh-CN" altLang="en-US"/>
              <a:t>判定胜负状态，与</a:t>
            </a:r>
            <a:r>
              <a:rPr lang="zh-CN" altLang="en-US"/>
              <a:t>反馈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项目总结：</a:t>
            </a:r>
            <a:r>
              <a:rPr lang="en-US" altLang="zh-CN"/>
              <a:t>Wordle </a:t>
            </a:r>
            <a:r>
              <a:rPr lang="zh-CN" altLang="en-US"/>
              <a:t>猜词游戏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80440"/>
            <a:ext cx="10467975" cy="5432425"/>
          </a:xfrm>
        </p:spPr>
        <p:txBody>
          <a:bodyPr>
            <a:normAutofit fontScale="90000" lnSpcReduction="10000"/>
          </a:bodyPr>
          <a:p>
            <a:r>
              <a:rPr lang="en-US" altLang="zh-CN" b="1"/>
              <a:t>1. </a:t>
            </a:r>
            <a:r>
              <a:rPr lang="zh-CN" altLang="en-US" b="1"/>
              <a:t>技术目标达成情况</a:t>
            </a:r>
            <a:endParaRPr lang="zh-CN" altLang="en-US" b="1"/>
          </a:p>
          <a:p>
            <a:r>
              <a:rPr lang="zh-CN" altLang="en-US"/>
              <a:t>架构设计：实现了</a:t>
            </a:r>
            <a:r>
              <a:rPr lang="en-US" altLang="zh-CN"/>
              <a:t> HTML/CSS/JS </a:t>
            </a:r>
            <a:r>
              <a:rPr lang="zh-CN" altLang="en-US"/>
              <a:t>三层分离，坚持数据驱动</a:t>
            </a:r>
            <a:r>
              <a:rPr lang="en-US" altLang="zh-CN"/>
              <a:t> UI </a:t>
            </a:r>
            <a:r>
              <a:rPr lang="zh-CN" altLang="en-US"/>
              <a:t>，通过修改变量自动触发页面刷新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核心算法：通过双重扫描进行重复字母判定，通过了</a:t>
            </a:r>
            <a:r>
              <a:rPr lang="en-US" altLang="zh-CN"/>
              <a:t> CodeWars </a:t>
            </a:r>
            <a:r>
              <a:rPr lang="zh-CN" altLang="en-US"/>
              <a:t>的测试用例。</a:t>
            </a:r>
            <a:endParaRPr lang="zh-CN" altLang="en-US"/>
          </a:p>
          <a:p>
            <a:r>
              <a:rPr lang="zh-CN" altLang="en-US"/>
              <a:t>交互体验：利用异步编程优化加载流程，配合</a:t>
            </a:r>
            <a:r>
              <a:rPr lang="en-US" altLang="zh-CN"/>
              <a:t> CSS </a:t>
            </a:r>
            <a:r>
              <a:rPr lang="zh-CN" altLang="en-US"/>
              <a:t>动画实现类似原网页的反馈</a:t>
            </a:r>
            <a:r>
              <a:rPr lang="zh-CN" altLang="en-US"/>
              <a:t>情况。</a:t>
            </a:r>
            <a:endParaRPr lang="zh-CN" altLang="en-US"/>
          </a:p>
          <a:p>
            <a:r>
              <a:rPr lang="en-US" altLang="zh-CN" b="1"/>
              <a:t>2. </a:t>
            </a:r>
            <a:r>
              <a:rPr lang="zh-CN" altLang="en-US" b="1"/>
              <a:t>开发中的难点</a:t>
            </a:r>
            <a:endParaRPr lang="zh-CN" altLang="en-US" b="1"/>
          </a:p>
          <a:p>
            <a:r>
              <a:rPr lang="zh-CN" altLang="en-US"/>
              <a:t>挑战：单纯的一次循环无法正确处理</a:t>
            </a:r>
            <a:r>
              <a:rPr lang="en-US" altLang="zh-CN"/>
              <a:t>“</a:t>
            </a:r>
            <a:r>
              <a:rPr lang="zh-CN" altLang="en-US"/>
              <a:t>猜测词有两个</a:t>
            </a:r>
            <a:r>
              <a:rPr lang="en-US" altLang="zh-CN"/>
              <a:t> E</a:t>
            </a:r>
            <a:r>
              <a:rPr lang="zh-CN" altLang="en-US"/>
              <a:t>，答案只有一个</a:t>
            </a:r>
            <a:r>
              <a:rPr lang="en-US" altLang="zh-CN"/>
              <a:t> E”</a:t>
            </a:r>
            <a:r>
              <a:rPr lang="zh-CN" altLang="en-US"/>
              <a:t>的颜色显示。</a:t>
            </a:r>
            <a:endParaRPr lang="zh-CN" altLang="en-US"/>
          </a:p>
          <a:p>
            <a:r>
              <a:rPr lang="zh-CN" altLang="en-US"/>
              <a:t>对策：设计了</a:t>
            </a:r>
            <a:r>
              <a:rPr lang="en-US" altLang="zh-CN"/>
              <a:t>“</a:t>
            </a:r>
            <a:r>
              <a:rPr lang="zh-CN" altLang="en-US"/>
              <a:t>先定绿、后定黄</a:t>
            </a:r>
            <a:r>
              <a:rPr lang="en-US" altLang="zh-CN"/>
              <a:t>”</a:t>
            </a:r>
            <a:r>
              <a:rPr lang="zh-CN" altLang="en-US"/>
              <a:t>的两步算法</a:t>
            </a:r>
            <a:endParaRPr lang="zh-CN" altLang="en-US"/>
          </a:p>
          <a:p>
            <a:r>
              <a:rPr lang="zh-CN" altLang="en-US"/>
              <a:t>挑战：词库没加载完就随机选词会导致报错。</a:t>
            </a:r>
            <a:endParaRPr lang="en-US" altLang="zh-CN"/>
          </a:p>
          <a:p>
            <a:r>
              <a:rPr lang="zh-CN" altLang="en-US"/>
              <a:t>对策：利用</a:t>
            </a:r>
            <a:r>
              <a:rPr lang="en-US" altLang="zh-CN"/>
              <a:t> Promise </a:t>
            </a:r>
            <a:r>
              <a:rPr lang="zh-CN" altLang="en-US"/>
              <a:t>和</a:t>
            </a:r>
            <a:r>
              <a:rPr lang="en-US" altLang="zh-CN"/>
              <a:t> await </a:t>
            </a:r>
            <a:r>
              <a:rPr lang="zh-CN" altLang="en-US"/>
              <a:t>强制要求</a:t>
            </a:r>
            <a:r>
              <a:rPr lang="zh-CN" altLang="en-US"/>
              <a:t>程序先有词库，再开游戏。</a:t>
            </a:r>
            <a:endParaRPr lang="zh-CN" altLang="en-US"/>
          </a:p>
          <a:p>
            <a:r>
              <a:rPr lang="en-US" altLang="zh-CN" b="1"/>
              <a:t>3.</a:t>
            </a:r>
            <a:r>
              <a:rPr lang="zh-CN" altLang="en-US" b="1"/>
              <a:t>收获</a:t>
            </a:r>
            <a:endParaRPr lang="zh-CN" altLang="en-US" b="1"/>
          </a:p>
          <a:p>
            <a:r>
              <a:rPr lang="zh-CN" altLang="en-US"/>
              <a:t>不要盲目写代码，先总结好大体框架和流程再按需进行</a:t>
            </a:r>
            <a:r>
              <a:rPr lang="zh-CN" altLang="en-US"/>
              <a:t>编码</a:t>
            </a:r>
            <a:endParaRPr lang="zh-CN" altLang="en-US"/>
          </a:p>
          <a:p>
            <a:r>
              <a:rPr lang="zh-CN" altLang="en-US"/>
              <a:t>合理利用</a:t>
            </a:r>
            <a:r>
              <a:rPr lang="en-US" altLang="zh-CN"/>
              <a:t>ai</a:t>
            </a:r>
            <a:r>
              <a:rPr lang="zh-CN" altLang="en-US"/>
              <a:t>，将其作为一个高效查询工具和纠错工具，遇到疑惑或没有思路的地方向其进行询问，提高</a:t>
            </a:r>
            <a:r>
              <a:rPr lang="zh-CN" altLang="en-US"/>
              <a:t>效率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新学期的个人规划与展望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7900" y="1618615"/>
            <a:ext cx="10069830" cy="4558030"/>
          </a:xfrm>
        </p:spPr>
        <p:txBody>
          <a:bodyPr/>
          <a:p>
            <a:r>
              <a:rPr lang="en-US" altLang="zh-CN"/>
              <a:t>1. </a:t>
            </a:r>
            <a:r>
              <a:rPr lang="zh-CN" altLang="en-US"/>
              <a:t>技术</a:t>
            </a:r>
            <a:r>
              <a:rPr lang="zh-CN" altLang="en-US"/>
              <a:t>方面：</a:t>
            </a:r>
            <a:endParaRPr lang="zh-CN" altLang="en-US"/>
          </a:p>
          <a:p>
            <a:r>
              <a:rPr lang="zh-CN" altLang="en-US"/>
              <a:t>完成这次作业的过程中我感受到了自己在</a:t>
            </a:r>
            <a:r>
              <a:rPr lang="en-US" altLang="zh-CN"/>
              <a:t>JS</a:t>
            </a:r>
            <a:r>
              <a:rPr lang="zh-CN" altLang="en-US"/>
              <a:t>方面的不足，所以我准备利用网络资源进行项目的实战，在实际操作的情境下查漏补缺，提高理解与</a:t>
            </a:r>
            <a:r>
              <a:rPr lang="zh-CN" altLang="en-US"/>
              <a:t>熟练度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新学期</a:t>
            </a:r>
            <a:r>
              <a:rPr lang="zh-CN" altLang="en-US"/>
              <a:t>规划</a:t>
            </a:r>
            <a:endParaRPr lang="zh-CN" altLang="en-US"/>
          </a:p>
          <a:p>
            <a:r>
              <a:rPr lang="zh-CN" altLang="en-US"/>
              <a:t>接下来我计划学习</a:t>
            </a:r>
            <a:r>
              <a:rPr lang="en-US" altLang="zh-CN"/>
              <a:t> React </a:t>
            </a:r>
            <a:r>
              <a:rPr lang="zh-CN" altLang="en-US"/>
              <a:t>框架，并对后端进行基础的</a:t>
            </a:r>
            <a:r>
              <a:rPr lang="zh-CN" altLang="en-US"/>
              <a:t>学习</a:t>
            </a:r>
            <a:endParaRPr lang="zh-CN" altLang="en-US"/>
          </a:p>
          <a:p>
            <a:r>
              <a:rPr lang="zh-CN" altLang="en-US"/>
              <a:t>简单了解</a:t>
            </a:r>
            <a:r>
              <a:rPr lang="en-US" altLang="zh-CN"/>
              <a:t>UI</a:t>
            </a:r>
            <a:r>
              <a:rPr lang="zh-CN" altLang="en-US"/>
              <a:t>相关</a:t>
            </a:r>
            <a:r>
              <a:rPr lang="zh-CN" altLang="en-US"/>
              <a:t>知识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838200" y="2492896"/>
            <a:ext cx="10515600" cy="1325563"/>
          </a:xfrm>
        </p:spPr>
        <p:txBody>
          <a:bodyPr rtlCol="0"/>
          <a:lstStyle/>
          <a:p>
            <a:pPr algn="ctr" rtl="0"/>
            <a:r>
              <a:rPr lang="en-US" altLang="zh-CN" dirty="0">
                <a:solidFill>
                  <a:srgbClr val="FF0000"/>
                </a:solidFill>
              </a:rPr>
              <a:t>THANKS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PP_MARK_KEY" val="1c29d4c5-cc17-4b6f-87aa-cc5e40ecfbd0"/>
  <p:tag name="COMMONDATA" val="eyJoZGlkIjoiYjdlZjIwZmNkNzI3MzEwMzZmOTQyZTUzYzc4MjYwZjAifQ=="/>
</p:tagLst>
</file>

<file path=ppt/theme/theme1.xml><?xml version="1.0" encoding="utf-8"?>
<a:theme xmlns:a="http://schemas.openxmlformats.org/drawingml/2006/main" name="欢迎文档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欢迎文档</Template>
  <TotalTime>0</TotalTime>
  <Words>1111</Words>
  <Application>WPS 演示</Application>
  <PresentationFormat>宽屏</PresentationFormat>
  <Paragraphs>63</Paragraphs>
  <Slides>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Microsoft YaHei UI</vt:lpstr>
      <vt:lpstr>微软雅黑</vt:lpstr>
      <vt:lpstr>Arial Unicode MS</vt:lpstr>
      <vt:lpstr>黑体</vt:lpstr>
      <vt:lpstr>WPS灵秀黑</vt:lpstr>
      <vt:lpstr>欢迎文档</vt:lpstr>
      <vt:lpstr>OurEDA 2025级大一上作业答辩 方向：WEB</vt:lpstr>
      <vt:lpstr>子标题</vt:lpstr>
      <vt:lpstr>PowerPoint 演示文稿</vt:lpstr>
      <vt:lpstr>PowerPoint 演示文稿</vt:lpstr>
      <vt:lpstr>PowerPoint 演示文稿</vt:lpstr>
      <vt:lpstr>PowerPoint 演示文稿</vt:lpstr>
      <vt:lpstr>结束语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鹏城实验室讨论稿汇报</dc:title>
  <dc:creator>Ming Zhu</dc:creator>
  <cp:lastModifiedBy>WPS_1717836651</cp:lastModifiedBy>
  <cp:revision>163</cp:revision>
  <dcterms:created xsi:type="dcterms:W3CDTF">2018-12-19T12:19:00Z</dcterms:created>
  <dcterms:modified xsi:type="dcterms:W3CDTF">2026-03-08T05:23:23Z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v-rimour@microsoft.com</vt:lpwstr>
  </property>
  <property fmtid="{D5CDD505-2E9C-101B-9397-08002B2CF9AE}" pid="5" name="MSIP_Label_f42aa342-8706-4288-bd11-ebb85995028c_SetDate">
    <vt:lpwstr>2018-02-19T06:21:30.1318915Z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ICV">
    <vt:lpwstr>0BC0A10890164F49BA951004C777E52E_13</vt:lpwstr>
  </property>
  <property fmtid="{D5CDD505-2E9C-101B-9397-08002B2CF9AE}" pid="11" name="KSOProductBuildVer">
    <vt:lpwstr>2052-12.1.0.25225</vt:lpwstr>
  </property>
</Properties>
</file>